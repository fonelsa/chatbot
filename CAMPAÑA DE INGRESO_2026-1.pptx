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65" r:id="rId2"/>
  </p:sldIdLst>
  <p:sldSz cx="6858000" cy="9144000" type="letter"/>
  <p:notesSz cx="7102475" cy="93884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1F1F1"/>
    <a:srgbClr val="102051"/>
    <a:srgbClr val="EDEDED"/>
    <a:srgbClr val="284FCA"/>
    <a:srgbClr val="0048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680" autoAdjust="0"/>
    <p:restoredTop sz="94660"/>
  </p:normalViewPr>
  <p:slideViewPr>
    <p:cSldViewPr snapToGrid="0">
      <p:cViewPr varScale="1">
        <p:scale>
          <a:sx n="79" d="100"/>
          <a:sy n="79" d="100"/>
        </p:scale>
        <p:origin x="356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4022725" y="0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B009A4-71DE-43F1-B3BF-6FE27613B9EB}" type="datetimeFigureOut">
              <a:rPr lang="es-CO" smtClean="0"/>
              <a:t>1/07/2026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2362200" y="1173163"/>
            <a:ext cx="2378075" cy="31686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709613" y="4518025"/>
            <a:ext cx="5683250" cy="36972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918575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4022725" y="8918575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D6AF8E-E04A-4D02-89A3-032038A6BCC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05215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BC0CF-473F-4D4E-BA5E-C6D8A4047866}" type="datetimeFigureOut">
              <a:rPr lang="es-CO" smtClean="0"/>
              <a:t>1/07/2026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519A4-F8AF-45D0-A47E-6AC88274C4A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408524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BC0CF-473F-4D4E-BA5E-C6D8A4047866}" type="datetimeFigureOut">
              <a:rPr lang="es-CO" smtClean="0"/>
              <a:t>1/07/2026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519A4-F8AF-45D0-A47E-6AC88274C4A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976513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BC0CF-473F-4D4E-BA5E-C6D8A4047866}" type="datetimeFigureOut">
              <a:rPr lang="es-CO" smtClean="0"/>
              <a:t>1/07/2026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519A4-F8AF-45D0-A47E-6AC88274C4A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43534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BC0CF-473F-4D4E-BA5E-C6D8A4047866}" type="datetimeFigureOut">
              <a:rPr lang="es-CO" smtClean="0"/>
              <a:t>1/07/2026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519A4-F8AF-45D0-A47E-6AC88274C4A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383383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BC0CF-473F-4D4E-BA5E-C6D8A4047866}" type="datetimeFigureOut">
              <a:rPr lang="es-CO" smtClean="0"/>
              <a:t>1/07/2026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519A4-F8AF-45D0-A47E-6AC88274C4A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38869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BC0CF-473F-4D4E-BA5E-C6D8A4047866}" type="datetimeFigureOut">
              <a:rPr lang="es-CO" smtClean="0"/>
              <a:t>1/07/2026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519A4-F8AF-45D0-A47E-6AC88274C4A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06040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BC0CF-473F-4D4E-BA5E-C6D8A4047866}" type="datetimeFigureOut">
              <a:rPr lang="es-CO" smtClean="0"/>
              <a:t>1/07/2026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519A4-F8AF-45D0-A47E-6AC88274C4A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728773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BC0CF-473F-4D4E-BA5E-C6D8A4047866}" type="datetimeFigureOut">
              <a:rPr lang="es-CO" smtClean="0"/>
              <a:t>1/07/2026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519A4-F8AF-45D0-A47E-6AC88274C4A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479949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BC0CF-473F-4D4E-BA5E-C6D8A4047866}" type="datetimeFigureOut">
              <a:rPr lang="es-CO" smtClean="0"/>
              <a:t>1/07/2026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519A4-F8AF-45D0-A47E-6AC88274C4A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478937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BC0CF-473F-4D4E-BA5E-C6D8A4047866}" type="datetimeFigureOut">
              <a:rPr lang="es-CO" smtClean="0"/>
              <a:t>1/07/2026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519A4-F8AF-45D0-A47E-6AC88274C4A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79738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BC0CF-473F-4D4E-BA5E-C6D8A4047866}" type="datetimeFigureOut">
              <a:rPr lang="es-CO" smtClean="0"/>
              <a:t>1/07/2026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519A4-F8AF-45D0-A47E-6AC88274C4A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44538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102051"/>
            </a:gs>
            <a:gs pos="35000">
              <a:schemeClr val="accent2">
                <a:lumMod val="0"/>
                <a:lumOff val="100000"/>
              </a:schemeClr>
            </a:gs>
            <a:gs pos="100000">
              <a:schemeClr val="accent2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BBC0CF-473F-4D4E-BA5E-C6D8A4047866}" type="datetimeFigureOut">
              <a:rPr lang="es-CO" smtClean="0"/>
              <a:t>1/07/2026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3519A4-F8AF-45D0-A47E-6AC88274C4A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535037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33C10B-CC6D-5AFD-2ED7-B3F5D5A97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Interfaz de usuario gráfica, Texto, Chat o mensaje de texto&#10;&#10;El contenido generado por IA puede ser incorrecto.">
            <a:extLst>
              <a:ext uri="{FF2B5EF4-FFF2-40B4-BE49-F238E27FC236}">
                <a16:creationId xmlns:a16="http://schemas.microsoft.com/office/drawing/2014/main" id="{20EF723F-729B-CEA4-B796-9BA50FC296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889"/>
          <a:stretch>
            <a:fillRect/>
          </a:stretch>
        </p:blipFill>
        <p:spPr>
          <a:xfrm>
            <a:off x="0" y="0"/>
            <a:ext cx="6890154" cy="91440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EB963588-0021-31B8-4A6C-12D2985E5C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5325" y="5603608"/>
            <a:ext cx="857250" cy="199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37135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Verde amarillo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586</TotalTime>
  <Words>0</Words>
  <Application>Microsoft Office PowerPoint</Application>
  <PresentationFormat>Carta (216 x 279 mm)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Documentación Fondo de Empleados FONELSA</dc:creator>
  <cp:lastModifiedBy>Documentación Fondo de Empleados FONELSA</cp:lastModifiedBy>
  <cp:revision>36</cp:revision>
  <cp:lastPrinted>2026-07-01T18:16:48Z</cp:lastPrinted>
  <dcterms:created xsi:type="dcterms:W3CDTF">2026-06-09T15:08:01Z</dcterms:created>
  <dcterms:modified xsi:type="dcterms:W3CDTF">2026-07-01T20:30:17Z</dcterms:modified>
</cp:coreProperties>
</file>